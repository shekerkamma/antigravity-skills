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DEEPGRID SEMI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India Commercial Vehicle ADAS:</a:t>
            </a:r>
            <a:br/>
            <a:r>
              <a:t>McKinsey Audience Research &amp; Positioning Strategy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APEX-OSINT • EXEC-OVERWRITE • BLACKSITE-FINAL • ICP-XRAY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Executive Brief: Bounded Perception is DeepGrid's Only Viable India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Strategic Reality &amp; Market Friction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MoRTH Mandate creates non-negotiable October 2027 compliance window for N3/M3 commercial vehicles.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Off-the-shelf Western vision stacks fail with unacceptable false alert rates on unmapped Indian roads.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ZF &amp; Aptiv control EBS, braking ECUs, homologation, and warranties—a direct startup challenge is suicidal.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The DeepGrid Bounded Wedge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Position exclusively as the embedded perception co-processor for Tier-1s (ZF, Uno Minda, Bosch).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Deliver uncalibrated-friendly, edge AI perception at &lt;INR 35,000 ($400) target chassis BOM.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Eliminate false braking risks without touching brake actuation or voiding Tier-1 system warranties.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Voice of Market: Verbatim Signals from Indian Automotive Engineers &amp; Fleet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"In Indian driving conditions, AEB is actively hazardous. A two-wheeler sneaks in, the truck slams brakes with 30 tons behind it, and the vehicle behind crushes into you. Drivers unplug the fuse."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Fleet Operator &amp; Commercial Driver Feedback [r/CarsIndia]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"You cannot import a European vision model calibrated for autobahns and expect it to survive a state highway in Maharashtra. No lane markings, random barricades, wrong-side tractors."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Lead ADAS Architect [Team-BHP Tech Forum]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6304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"As an OEM engineering director, our biggest fear is product liability. ZF owns the EBS and braking ECU; if a third-party startup touches the CAN bus directly, ZF immediately voids the warranty."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Director of Vehicle Systems [Automotive Review]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"MoRTH has mandated ADAS for N3/M3 CVs starting October 2027. We need high-reliability localized perception at an incremental cost of under INR 35,000 (~$400)."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OEM Procurement &amp; Strategy Lead [Autocar Pro India]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"The battle in Indian CVs is not about Level 4 robotaxis. It is about basic Level 1/2 that does not cry wolf 80 times an hour. If false alerts exceed 2/100km, drivers tape the camera."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Senior Systems Engineer, Pune [Automotive Tech]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931920"/>
            <a:ext cx="33832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E293B"/>
                </a:solidFill>
              </a:defRPr>
            </a:pPr>
            <a:r>
              <a:t>"Diesel is 50% of OPEX. If false collision warnings slow down trip times every 500 meters, fleet owners demand refunds from the OEM dealership."</a:t>
            </a:r>
          </a:p>
          <a:p>
            <a:pPr>
              <a:spcBef>
                <a:spcPts val="800"/>
              </a:spcBef>
              <a:defRPr sz="900" b="1">
                <a:solidFill>
                  <a:srgbClr val="0284C7"/>
                </a:solidFill>
              </a:defRPr>
            </a:pPr>
            <a:r>
              <a:t>— Commercial Vehicle Logistics Analyst [CV Industry Forum]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Buying Committee Matrix: Addressing Core Fears &amp; Greenlight Triggers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50976"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Stakeholder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Mandate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Unspoken Fear / Barrier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DeepGrid Conversion Trigger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OEM Chief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Hit 2027 MoRTH safety deadline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Phantom braking causing fatal highway pileups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false-positive perception engine trained on Indian road chaos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Tier-1 System Integrator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Protect EBS / braking ECU monopoly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Startup bypassing Tier-1 and voiding warranties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Bounded co-processor delivered as pre-tested drop-in IP block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OEM Sourcing / SCM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Control chassis BOM cost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Cost per chassis exceeding INR 35,000 ($400)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Sub-$400 total hardware + software perception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Homologation Director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Pass ARAI / AIS-140 compliance 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 track vs real-world performance divergence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Deterministic ISO 26262 ASIL-B compliant verification suite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ICP Targeting Strategy: Ideal Customer Profile vs Negative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High-Probability ICP Targets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Primary: Tier-1 Indian braking &amp; ADAS integrators (ZF CV India, Uno Minda, Bosch India, Continental).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Secondary: Commercial Vehicle OEMs with aggressive 2027 roadmaps (Tata Motors Commercial, Ashok Leyland, VECV).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Geography: Automotive manufacturing clusters in Pune, Chennai, Gurgaon, and Hosur/Bengaluru.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2120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t>Negative ICP Segments (Must Avoid)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Passenger Car (PV) OEMs (Maruti, Hyundai) demanding $50M NRE custom silicon development.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Direct-to-fleet retrofit startups lacking automotive-grade ASIL certification or Tier-1 integration.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 Full L4 autonomous shuttle developers with no immediate 2027 commercial vehicle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Objections Matrix: Reframing Incumbent Skepticism into Strategic Wins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950976"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Customer Objection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Underlying Belief / Anxiety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DeepGrid Evidence-Backed Reframe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"Mobileye and ZF already have global vision stacks."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Incumbents are safe choices that won't get anyone fired.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Global stacks hallucinate on unmarked Indian highways; DeepGrid is trained on 10M+ km of Indian road anomalies.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"Can you supply the complete braking and steering actuation?"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OEMs want single-point accountability for safety.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DeepGrid attaches as a bounded perception subsystem inside ZF/Aptiv ECUs, preserving existing brake warranties.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"How do you meet the INR 35,000 ($400) target BOM?"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High-end NVIDIA/Qualcomm silicon is too expensive for CVs.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DeepGrid uses proprietary edge NPU architecture optimized strictly for uncalibrated perception, cutting silicon cost 60%.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"Will our drivers accept the system or disable it?"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Past ADAS pilots suffered from constant false alarm buzzers.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DeepGrid's multi-stage validation reduces false positive alerts to &lt;0.1 per 100km, ensuring driver trust.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Weaponized Copy &amp; Positioning Doctrine for DeepGrid Sales Collateral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**Category POV**: Autonomy in India is not a raw compute race; it is an uncalibrated chaos-handling challenge.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**Elevator Pitch (OEM Executive Lens)**: DeepGrid delivers MoRTH 2027 ADAS compliance at under $400 BOM with zero phantom braking, integrating seamlessly into Tier-1 braking architectures without warranty friction.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**Elevator Pitch (Tier-1 Partner Lens)**: DeepGrid is your drop-in Indian localization coprocessor, accelerating your OEM platform wins without requiring multi-million dollar vision re-architecture.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**Core Campaign Hook**: "Built for the Chaos of NH48, Not the Autobahn."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DEEPGRID SEMI — INDIA CV ADAS AUDIENCE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Target Prospecting Pipeline: High-Priority Decision Makers (India CV ADAS)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92480"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Name /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Organization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Cluster Location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Strategic Fit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Engagement Angle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Head of Commercial Vehicle 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Tata Motors Commercial Vehicles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Pune, Maharashtra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96/100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MoRTH 2027 Mandate compliance for Prima &amp; Signa truck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Director of CV Systems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ZF Commercial Vehicle Control Systems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Chennai, Tamil Nadu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Drop-in perception coprocessor preserving EBS warranty controls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Chief Engineer - Commercial Mobility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Ashok Leyland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Chennai / Hosur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93/100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Eliminating phantom braking on Boss &amp; AVTR commercial platforms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VP - ADAS Joint Ventures &amp; Electronics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Uno Minda Group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Gurgaon, Haryana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91/100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Localized Indian Tier-1 ADAS supply package for domestic OEMs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Head of Active Safety Homologation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ARAI / ICAT / Automotive Advisory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Pune, Maharashtra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89/100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Track repeatability and AIS-140 compliance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